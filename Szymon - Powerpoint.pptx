
<file path=[Content_Types].xml><?xml version="1.0" encoding="utf-8"?>
<Types xmlns="http://schemas.openxmlformats.org/package/2006/content-types">
  <Default Extension="png" ContentType="image/png"/>
  <Default Extension="mp3" ContentType="audio/mpe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(Student) - Szymon Staneczek" initials="(-SS" lastIdx="1" clrIdx="0">
    <p:extLst>
      <p:ext uri="{19B8F6BF-5375-455C-9EA6-DF929625EA0E}">
        <p15:presenceInfo xmlns:p15="http://schemas.microsoft.com/office/powerpoint/2012/main" userId="S-1-5-21-357788639-2018240272-290977700-15981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86C443-3A99-47EF-9A78-25E18E6E3050}" type="datetimeFigureOut">
              <a:rPr lang="en-IE" smtClean="0"/>
              <a:t>26/11/2021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D1B6FF-50FE-489D-8271-C31B07ECFD6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597278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F54C8-5236-4EC4-B141-1DDF4EB76CA8}" type="datetimeFigureOut">
              <a:rPr lang="en-IE" smtClean="0"/>
              <a:t>26/11/2021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846C0-F56F-442F-8978-32BFA0D66E0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91724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F54C8-5236-4EC4-B141-1DDF4EB76CA8}" type="datetimeFigureOut">
              <a:rPr lang="en-IE" smtClean="0"/>
              <a:t>26/11/2021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846C0-F56F-442F-8978-32BFA0D66E0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598425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F54C8-5236-4EC4-B141-1DDF4EB76CA8}" type="datetimeFigureOut">
              <a:rPr lang="en-IE" smtClean="0"/>
              <a:t>26/11/2021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846C0-F56F-442F-8978-32BFA0D66E0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318753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F54C8-5236-4EC4-B141-1DDF4EB76CA8}" type="datetimeFigureOut">
              <a:rPr lang="en-IE" smtClean="0"/>
              <a:t>26/11/2021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846C0-F56F-442F-8978-32BFA0D66E0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0630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F54C8-5236-4EC4-B141-1DDF4EB76CA8}" type="datetimeFigureOut">
              <a:rPr lang="en-IE" smtClean="0"/>
              <a:t>26/11/2021</a:t>
            </a:fld>
            <a:endParaRPr lang="en-I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846C0-F56F-442F-8978-32BFA0D66E0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321268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F54C8-5236-4EC4-B141-1DDF4EB76CA8}" type="datetimeFigureOut">
              <a:rPr lang="en-IE" smtClean="0"/>
              <a:t>26/11/2021</a:t>
            </a:fld>
            <a:endParaRPr lang="en-IE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846C0-F56F-442F-8978-32BFA0D66E0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13319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F54C8-5236-4EC4-B141-1DDF4EB76CA8}" type="datetimeFigureOut">
              <a:rPr lang="en-IE" smtClean="0"/>
              <a:t>26/11/2021</a:t>
            </a:fld>
            <a:endParaRPr lang="en-IE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846C0-F56F-442F-8978-32BFA0D66E0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98762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F54C8-5236-4EC4-B141-1DDF4EB76CA8}" type="datetimeFigureOut">
              <a:rPr lang="en-IE" smtClean="0"/>
              <a:t>26/11/2021</a:t>
            </a:fld>
            <a:endParaRPr lang="en-IE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846C0-F56F-442F-8978-32BFA0D66E0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10419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F54C8-5236-4EC4-B141-1DDF4EB76CA8}" type="datetimeFigureOut">
              <a:rPr lang="en-IE" smtClean="0"/>
              <a:t>26/11/2021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846C0-F56F-442F-8978-32BFA0D66E0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187314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F54C8-5236-4EC4-B141-1DDF4EB76CA8}" type="datetimeFigureOut">
              <a:rPr lang="en-IE" smtClean="0"/>
              <a:t>26/11/2021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846C0-F56F-442F-8978-32BFA0D66E0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653402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F54C8-5236-4EC4-B141-1DDF4EB76CA8}" type="datetimeFigureOut">
              <a:rPr lang="en-IE" smtClean="0"/>
              <a:t>26/11/2021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846C0-F56F-442F-8978-32BFA0D66E0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61843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F54C8-5236-4EC4-B141-1DDF4EB76CA8}" type="datetimeFigureOut">
              <a:rPr lang="en-IE" smtClean="0"/>
              <a:t>26/11/2021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846C0-F56F-442F-8978-32BFA0D66E07}" type="slidenum">
              <a:rPr lang="en-IE" smtClean="0"/>
              <a:t>‹#›</a:t>
            </a:fld>
            <a:endParaRPr lang="en-IE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277343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F54C8-5236-4EC4-B141-1DDF4EB76CA8}" type="datetimeFigureOut">
              <a:rPr lang="en-IE" smtClean="0"/>
              <a:t>26/11/2021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846C0-F56F-442F-8978-32BFA0D66E0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27603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F54C8-5236-4EC4-B141-1DDF4EB76CA8}" type="datetimeFigureOut">
              <a:rPr lang="en-IE" smtClean="0"/>
              <a:t>26/11/2021</a:t>
            </a:fld>
            <a:endParaRPr lang="en-IE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846C0-F56F-442F-8978-32BFA0D66E0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606239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F54C8-5236-4EC4-B141-1DDF4EB76CA8}" type="datetimeFigureOut">
              <a:rPr lang="en-IE" smtClean="0"/>
              <a:t>26/11/2021</a:t>
            </a:fld>
            <a:endParaRPr lang="en-IE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846C0-F56F-442F-8978-32BFA0D66E0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1035884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F54C8-5236-4EC4-B141-1DDF4EB76CA8}" type="datetimeFigureOut">
              <a:rPr lang="en-IE" smtClean="0"/>
              <a:t>26/11/2021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846C0-F56F-442F-8978-32BFA0D66E0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5570337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F54C8-5236-4EC4-B141-1DDF4EB76CA8}" type="datetimeFigureOut">
              <a:rPr lang="en-IE" smtClean="0"/>
              <a:t>26/11/2021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846C0-F56F-442F-8978-32BFA0D66E0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848215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CE2F54C8-5236-4EC4-B141-1DDF4EB76CA8}" type="datetimeFigureOut">
              <a:rPr lang="en-IE" smtClean="0"/>
              <a:t>26/11/2021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8846C0-F56F-442F-8978-32BFA0D66E0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405726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0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9.jpg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56B91-42C9-45BF-AC20-0F48CBDC3A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E" dirty="0"/>
              <a:t>Panda Catcher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BB551F-6873-4B0E-BE8D-CF0FD0D760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109259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C9CF6-2875-4CF8-B51B-A7EE44142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Elevator pitch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B1B599-8CAA-4D08-BB02-4B96069B6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play as a panda that is catching food for himself.</a:t>
            </a:r>
          </a:p>
          <a:p>
            <a:r>
              <a:rPr lang="en-US" dirty="0"/>
              <a:t>The objective of the game is to catch as much food as possible.</a:t>
            </a:r>
          </a:p>
          <a:p>
            <a:r>
              <a:rPr lang="en-US" dirty="0"/>
              <a:t>Without dropping any of the food on the ground.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B9F5BC-8AB7-40B5-93C6-EF8306AD9C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7694" y="3900838"/>
            <a:ext cx="5277775" cy="284799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4364AA4-16EF-4812-95DA-0931276BF972}"/>
              </a:ext>
            </a:extLst>
          </p:cNvPr>
          <p:cNvSpPr txBox="1"/>
          <p:nvPr/>
        </p:nvSpPr>
        <p:spPr>
          <a:xfrm>
            <a:off x="646112" y="5140171"/>
            <a:ext cx="2123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b="1" dirty="0"/>
              <a:t>Example game &gt;</a:t>
            </a:r>
          </a:p>
        </p:txBody>
      </p:sp>
    </p:spTree>
    <p:extLst>
      <p:ext uri="{BB962C8B-B14F-4D97-AF65-F5344CB8AC3E}">
        <p14:creationId xmlns:p14="http://schemas.microsoft.com/office/powerpoint/2010/main" val="38181200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3201A-5AAB-455D-9085-69B278D85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30 seconds gameplay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7F4D6-0744-4989-9A0B-4E81C6C442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game will feature the player as a panda who will catch bamboo to eat. </a:t>
            </a:r>
          </a:p>
          <a:p>
            <a:r>
              <a:rPr lang="en-US" dirty="0"/>
              <a:t>But some people decided to throw trash at him, avoid the trash and catch bamboo to eat.</a:t>
            </a:r>
          </a:p>
          <a:p>
            <a:r>
              <a:rPr lang="en-US" dirty="0"/>
              <a:t>Go trough levels and unlock cosmetics and more levels. The higher level you get to, the harder it gets!</a:t>
            </a:r>
            <a:endParaRPr lang="en-I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2A55EC-0B02-455B-AF89-0213ACFB15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8693" y="4590088"/>
            <a:ext cx="2386619" cy="22679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C8CC37E-3684-4EEB-A654-8625C090DB3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2125" y="4590089"/>
            <a:ext cx="2098874" cy="22679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FAADA22-18BB-4A2F-BE5E-F64D0A8BE70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0999" y="4590089"/>
            <a:ext cx="3677694" cy="2267911"/>
          </a:xfrm>
          <a:prstGeom prst="rect">
            <a:avLst/>
          </a:prstGeom>
        </p:spPr>
      </p:pic>
      <p:pic>
        <p:nvPicPr>
          <p:cNvPr id="10" name="jungle ambience">
            <a:hlinkClick r:id="" action="ppaction://media"/>
            <a:extLst>
              <a:ext uri="{FF2B5EF4-FFF2-40B4-BE49-F238E27FC236}">
                <a16:creationId xmlns:a16="http://schemas.microsoft.com/office/drawing/2014/main" id="{1BF42783-1720-4113-8AB4-1FCDDD297C0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341311" y="5419243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132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4552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9</TotalTime>
  <Words>104</Words>
  <Application>Microsoft Office PowerPoint</Application>
  <PresentationFormat>Widescreen</PresentationFormat>
  <Paragraphs>10</Paragraphs>
  <Slides>3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Century Gothic</vt:lpstr>
      <vt:lpstr>Wingdings 3</vt:lpstr>
      <vt:lpstr>Ion</vt:lpstr>
      <vt:lpstr>Panda Catcher</vt:lpstr>
      <vt:lpstr>Elevator pitch</vt:lpstr>
      <vt:lpstr>30 seconds gameplay description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Panda Catcher</dc:title>
  <dc:creator>profilesetup</dc:creator>
  <cp:lastModifiedBy>(Student) - Szymon Staneczek</cp:lastModifiedBy>
  <cp:revision>7</cp:revision>
  <dcterms:created xsi:type="dcterms:W3CDTF">2021-11-26T09:56:55Z</dcterms:created>
  <dcterms:modified xsi:type="dcterms:W3CDTF">2021-11-26T10:19:03Z</dcterms:modified>
</cp:coreProperties>
</file>