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(Student) - Szymon Staneczek" initials="(-SS" lastIdx="1" clrIdx="0">
    <p:extLst>
      <p:ext uri="{19B8F6BF-5375-455C-9EA6-DF929625EA0E}">
        <p15:presenceInfo xmlns:p15="http://schemas.microsoft.com/office/powerpoint/2012/main" userId="S-1-5-21-357788639-2018240272-290977700-15981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commentAuthors" Target="commentAuthors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86C443-3A99-47EF-9A78-25E18E6E3050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D1B6FF-50FE-489D-8271-C31B07ECFD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97278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91724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98425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18753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06300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21268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13319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98762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10419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873140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653402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6184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277343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27603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606239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035884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5703371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84821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405726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56B91-42C9-45BF-AC20-0F48CBDC3A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/>
              <a:t>Panda Catcher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BB551F-6873-4B0E-BE8D-CF0FD0D7605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092597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C9CF6-2875-4CF8-B51B-A7EE44142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Elevator pitch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B1B599-8CAA-4D08-BB02-4B96069B6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play as a panda that is catching food for himself.</a:t>
            </a:r>
          </a:p>
          <a:p>
            <a:r>
              <a:rPr lang="en-US" dirty="0"/>
              <a:t>The objective of the game is to catch as much food as possible.</a:t>
            </a:r>
          </a:p>
          <a:p>
            <a:r>
              <a:rPr lang="en-US" dirty="0"/>
              <a:t>Without dropping any of the food on the ground.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B9F5BC-8AB7-40B5-93C6-EF8306AD9C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694" y="3400401"/>
            <a:ext cx="5277775" cy="284799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364AA4-16EF-4812-95DA-0931276BF972}"/>
              </a:ext>
            </a:extLst>
          </p:cNvPr>
          <p:cNvSpPr txBox="1"/>
          <p:nvPr/>
        </p:nvSpPr>
        <p:spPr>
          <a:xfrm>
            <a:off x="646112" y="5140171"/>
            <a:ext cx="2123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b="1" dirty="0"/>
              <a:t>Example game &gt;</a:t>
            </a:r>
          </a:p>
        </p:txBody>
      </p:sp>
    </p:spTree>
    <p:extLst>
      <p:ext uri="{BB962C8B-B14F-4D97-AF65-F5344CB8AC3E}">
        <p14:creationId xmlns:p14="http://schemas.microsoft.com/office/powerpoint/2010/main" val="381812003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</TotalTime>
  <Words>43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Century Gothic</vt:lpstr>
      <vt:lpstr>Wingdings 3</vt:lpstr>
      <vt:lpstr>Ion</vt:lpstr>
      <vt:lpstr>Panda Catcher</vt:lpstr>
      <vt:lpstr>Elevator pitch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Panda Catcher</dc:title>
  <dc:creator>profilesetup</dc:creator>
  <cp:lastModifiedBy>(Student) - Szymon Staneczek</cp:lastModifiedBy>
  <cp:revision>2</cp:revision>
  <dcterms:created xsi:type="dcterms:W3CDTF">2021-11-26T09:56:55Z</dcterms:created>
  <dcterms:modified xsi:type="dcterms:W3CDTF">2021-11-26T10:01:00Z</dcterms:modified>
</cp:coreProperties>
</file>