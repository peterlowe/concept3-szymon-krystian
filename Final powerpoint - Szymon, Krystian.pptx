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4BC0E0-EFB6-4B83-AC9D-044959A247F7}"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3011890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4BC0E0-EFB6-4B83-AC9D-044959A247F7}"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2655574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4BC0E0-EFB6-4B83-AC9D-044959A247F7}"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4256258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4BC0E0-EFB6-4B83-AC9D-044959A247F7}" type="datetimeFigureOut">
              <a:rPr lang="en-IE" smtClean="0"/>
              <a:t>26/11/2021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906991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4BC0E0-EFB6-4B83-AC9D-044959A247F7}" type="datetimeFigureOut">
              <a:rPr lang="en-IE" smtClean="0"/>
              <a:t>26/11/2021</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357160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4BC0E0-EFB6-4B83-AC9D-044959A247F7}" type="datetimeFigureOut">
              <a:rPr lang="en-IE" smtClean="0"/>
              <a:t>26/11/2021</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3364612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4BC0E0-EFB6-4B83-AC9D-044959A247F7}" type="datetimeFigureOut">
              <a:rPr lang="en-IE" smtClean="0"/>
              <a:t>26/11/2021</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242274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4BC0E0-EFB6-4B83-AC9D-044959A247F7}" type="datetimeFigureOut">
              <a:rPr lang="en-IE" smtClean="0"/>
              <a:t>26/11/2021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305927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F4BC0E0-EFB6-4B83-AC9D-044959A247F7}" type="datetimeFigureOut">
              <a:rPr lang="en-IE" smtClean="0"/>
              <a:t>26/11/2021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3543669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4BC0E0-EFB6-4B83-AC9D-044959A247F7}"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494279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4BC0E0-EFB6-4B83-AC9D-044959A247F7}"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09167341-8FA8-403B-AF3E-19877370150A}" type="slidenum">
              <a:rPr lang="en-IE" smtClean="0"/>
              <a:t>‹#›</a:t>
            </a:fld>
            <a:endParaRPr lang="en-IE"/>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22436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4BC0E0-EFB6-4B83-AC9D-044959A247F7}"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286757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4BC0E0-EFB6-4B83-AC9D-044959A247F7}"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09167341-8FA8-403B-AF3E-19877370150A}" type="slidenum">
              <a:rPr lang="en-IE" smtClean="0"/>
              <a:t>‹#›</a:t>
            </a:fld>
            <a:endParaRPr lang="en-IE"/>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0911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4BC0E0-EFB6-4B83-AC9D-044959A247F7}"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39344245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4BC0E0-EFB6-4B83-AC9D-044959A247F7}"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24167416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4BC0E0-EFB6-4B83-AC9D-044959A247F7}"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09167341-8FA8-403B-AF3E-19877370150A}" type="slidenum">
              <a:rPr lang="en-IE" smtClean="0"/>
              <a:t>‹#›</a:t>
            </a:fld>
            <a:endParaRPr lang="en-IE"/>
          </a:p>
        </p:txBody>
      </p:sp>
    </p:spTree>
    <p:extLst>
      <p:ext uri="{BB962C8B-B14F-4D97-AF65-F5344CB8AC3E}">
        <p14:creationId xmlns:p14="http://schemas.microsoft.com/office/powerpoint/2010/main" val="3576285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F4BC0E0-EFB6-4B83-AC9D-044959A247F7}" type="datetimeFigureOut">
              <a:rPr lang="en-IE" smtClean="0"/>
              <a:t>26/11/2021</a:t>
            </a:fld>
            <a:endParaRPr lang="en-IE"/>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9167341-8FA8-403B-AF3E-19877370150A}" type="slidenum">
              <a:rPr lang="en-IE" smtClean="0"/>
              <a:t>‹#›</a:t>
            </a:fld>
            <a:endParaRPr lang="en-IE"/>
          </a:p>
        </p:txBody>
      </p:sp>
    </p:spTree>
    <p:extLst>
      <p:ext uri="{BB962C8B-B14F-4D97-AF65-F5344CB8AC3E}">
        <p14:creationId xmlns:p14="http://schemas.microsoft.com/office/powerpoint/2010/main" val="8868130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5.jpg"/><Relationship Id="rId1" Type="http://schemas.openxmlformats.org/officeDocument/2006/relationships/slideLayout" Target="../slideLayouts/slideLayout8.xml"/><Relationship Id="rId6" Type="http://schemas.openxmlformats.org/officeDocument/2006/relationships/image" Target="../media/image9.jpg"/><Relationship Id="rId5" Type="http://schemas.openxmlformats.org/officeDocument/2006/relationships/image" Target="../media/image4.jp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B8E1A-2A0B-48C9-AAC4-1C51BB8F3B31}"/>
              </a:ext>
            </a:extLst>
          </p:cNvPr>
          <p:cNvSpPr>
            <a:spLocks noGrp="1"/>
          </p:cNvSpPr>
          <p:nvPr>
            <p:ph type="ctrTitle"/>
          </p:nvPr>
        </p:nvSpPr>
        <p:spPr/>
        <p:txBody>
          <a:bodyPr/>
          <a:lstStyle/>
          <a:p>
            <a:r>
              <a:rPr lang="en-IE" dirty="0"/>
              <a:t>Panda Catcher</a:t>
            </a:r>
          </a:p>
        </p:txBody>
      </p:sp>
      <p:sp>
        <p:nvSpPr>
          <p:cNvPr id="3" name="Subtitle 2">
            <a:extLst>
              <a:ext uri="{FF2B5EF4-FFF2-40B4-BE49-F238E27FC236}">
                <a16:creationId xmlns:a16="http://schemas.microsoft.com/office/drawing/2014/main" id="{29D23188-49D3-4871-B228-339C640DD7D2}"/>
              </a:ext>
            </a:extLst>
          </p:cNvPr>
          <p:cNvSpPr>
            <a:spLocks noGrp="1"/>
          </p:cNvSpPr>
          <p:nvPr>
            <p:ph type="subTitle" idx="1"/>
          </p:nvPr>
        </p:nvSpPr>
        <p:spPr/>
        <p:txBody>
          <a:bodyPr/>
          <a:lstStyle/>
          <a:p>
            <a:r>
              <a:rPr lang="en-IE" dirty="0"/>
              <a:t>Made by Pete studio</a:t>
            </a:r>
          </a:p>
          <a:p>
            <a:r>
              <a:rPr lang="en-IE" dirty="0"/>
              <a:t>Main Creators: Szymon &amp; Krystian</a:t>
            </a:r>
          </a:p>
        </p:txBody>
      </p:sp>
      <p:pic>
        <p:nvPicPr>
          <p:cNvPr id="11" name="Picture 10">
            <a:extLst>
              <a:ext uri="{FF2B5EF4-FFF2-40B4-BE49-F238E27FC236}">
                <a16:creationId xmlns:a16="http://schemas.microsoft.com/office/drawing/2014/main" id="{EB939955-DFC0-417C-BD86-5192882D0D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774" y="676326"/>
            <a:ext cx="3660446" cy="2277611"/>
          </a:xfrm>
          <a:prstGeom prst="rect">
            <a:avLst/>
          </a:prstGeom>
        </p:spPr>
      </p:pic>
    </p:spTree>
    <p:extLst>
      <p:ext uri="{BB962C8B-B14F-4D97-AF65-F5344CB8AC3E}">
        <p14:creationId xmlns:p14="http://schemas.microsoft.com/office/powerpoint/2010/main" val="4028871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C9CF6-2875-4CF8-B51B-A7EE44142AD8}"/>
              </a:ext>
            </a:extLst>
          </p:cNvPr>
          <p:cNvSpPr>
            <a:spLocks noGrp="1"/>
          </p:cNvSpPr>
          <p:nvPr>
            <p:ph type="title"/>
          </p:nvPr>
        </p:nvSpPr>
        <p:spPr/>
        <p:txBody>
          <a:bodyPr/>
          <a:lstStyle/>
          <a:p>
            <a:r>
              <a:rPr lang="en-IE" dirty="0"/>
              <a:t>Elevator pitch</a:t>
            </a:r>
          </a:p>
        </p:txBody>
      </p:sp>
      <p:sp>
        <p:nvSpPr>
          <p:cNvPr id="3" name="Content Placeholder 2">
            <a:extLst>
              <a:ext uri="{FF2B5EF4-FFF2-40B4-BE49-F238E27FC236}">
                <a16:creationId xmlns:a16="http://schemas.microsoft.com/office/drawing/2014/main" id="{DBB1B599-8CAA-4D08-BB02-4B96069B677D}"/>
              </a:ext>
            </a:extLst>
          </p:cNvPr>
          <p:cNvSpPr>
            <a:spLocks noGrp="1"/>
          </p:cNvSpPr>
          <p:nvPr>
            <p:ph idx="1"/>
          </p:nvPr>
        </p:nvSpPr>
        <p:spPr>
          <a:xfrm>
            <a:off x="646112" y="1259398"/>
            <a:ext cx="8596668" cy="3880773"/>
          </a:xfrm>
        </p:spPr>
        <p:txBody>
          <a:bodyPr>
            <a:normAutofit/>
          </a:bodyPr>
          <a:lstStyle/>
          <a:p>
            <a:r>
              <a:rPr lang="en-US" sz="2800" dirty="0"/>
              <a:t>You play as a panda that is catching food for himself.</a:t>
            </a:r>
          </a:p>
          <a:p>
            <a:r>
              <a:rPr lang="en-US" sz="2800" dirty="0"/>
              <a:t>The objective of the game is to catch as much food as possible.</a:t>
            </a:r>
          </a:p>
          <a:p>
            <a:r>
              <a:rPr lang="en-US" sz="2800" dirty="0"/>
              <a:t>Without dropping any of the food on the ground.</a:t>
            </a:r>
          </a:p>
        </p:txBody>
      </p:sp>
      <p:pic>
        <p:nvPicPr>
          <p:cNvPr id="5" name="Picture 4">
            <a:extLst>
              <a:ext uri="{FF2B5EF4-FFF2-40B4-BE49-F238E27FC236}">
                <a16:creationId xmlns:a16="http://schemas.microsoft.com/office/drawing/2014/main" id="{F4B9F5BC-8AB7-40B5-93C6-EF8306AD9C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5558" y="3900838"/>
            <a:ext cx="5277775" cy="2847998"/>
          </a:xfrm>
          <a:prstGeom prst="rect">
            <a:avLst/>
          </a:prstGeom>
        </p:spPr>
      </p:pic>
      <p:sp>
        <p:nvSpPr>
          <p:cNvPr id="7" name="TextBox 6">
            <a:extLst>
              <a:ext uri="{FF2B5EF4-FFF2-40B4-BE49-F238E27FC236}">
                <a16:creationId xmlns:a16="http://schemas.microsoft.com/office/drawing/2014/main" id="{B4364AA4-16EF-4812-95DA-0931276BF972}"/>
              </a:ext>
            </a:extLst>
          </p:cNvPr>
          <p:cNvSpPr txBox="1"/>
          <p:nvPr/>
        </p:nvSpPr>
        <p:spPr>
          <a:xfrm>
            <a:off x="181836" y="5140171"/>
            <a:ext cx="2123722" cy="369332"/>
          </a:xfrm>
          <a:prstGeom prst="rect">
            <a:avLst/>
          </a:prstGeom>
          <a:noFill/>
        </p:spPr>
        <p:txBody>
          <a:bodyPr wrap="square" rtlCol="0">
            <a:spAutoFit/>
          </a:bodyPr>
          <a:lstStyle/>
          <a:p>
            <a:r>
              <a:rPr lang="en-IE" b="1" dirty="0"/>
              <a:t>Example game &gt;</a:t>
            </a:r>
          </a:p>
        </p:txBody>
      </p:sp>
    </p:spTree>
    <p:extLst>
      <p:ext uri="{BB962C8B-B14F-4D97-AF65-F5344CB8AC3E}">
        <p14:creationId xmlns:p14="http://schemas.microsoft.com/office/powerpoint/2010/main" val="3818120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201A-5AAB-455D-9085-69B278D859ED}"/>
              </a:ext>
            </a:extLst>
          </p:cNvPr>
          <p:cNvSpPr>
            <a:spLocks noGrp="1"/>
          </p:cNvSpPr>
          <p:nvPr>
            <p:ph type="title"/>
          </p:nvPr>
        </p:nvSpPr>
        <p:spPr/>
        <p:txBody>
          <a:bodyPr/>
          <a:lstStyle/>
          <a:p>
            <a:r>
              <a:rPr lang="en-IE" dirty="0"/>
              <a:t>30 seconds gameplay description</a:t>
            </a:r>
          </a:p>
        </p:txBody>
      </p:sp>
      <p:sp>
        <p:nvSpPr>
          <p:cNvPr id="3" name="Content Placeholder 2">
            <a:extLst>
              <a:ext uri="{FF2B5EF4-FFF2-40B4-BE49-F238E27FC236}">
                <a16:creationId xmlns:a16="http://schemas.microsoft.com/office/drawing/2014/main" id="{0A57F4D6-0744-4989-9A0B-4E81C6C442FF}"/>
              </a:ext>
            </a:extLst>
          </p:cNvPr>
          <p:cNvSpPr>
            <a:spLocks noGrp="1"/>
          </p:cNvSpPr>
          <p:nvPr>
            <p:ph idx="1"/>
          </p:nvPr>
        </p:nvSpPr>
        <p:spPr>
          <a:xfrm>
            <a:off x="564974" y="1270000"/>
            <a:ext cx="8596668" cy="3880773"/>
          </a:xfrm>
        </p:spPr>
        <p:txBody>
          <a:bodyPr>
            <a:normAutofit/>
          </a:bodyPr>
          <a:lstStyle/>
          <a:p>
            <a:r>
              <a:rPr lang="en-US" sz="2800" dirty="0"/>
              <a:t>The game will feature the player as a panda who will catch bamboo to eat. </a:t>
            </a:r>
          </a:p>
          <a:p>
            <a:r>
              <a:rPr lang="en-US" sz="2800" dirty="0"/>
              <a:t>But some people decided to throw trash at him, avoid the trash and catch bamboo to eat.</a:t>
            </a:r>
          </a:p>
          <a:p>
            <a:r>
              <a:rPr lang="en-US" sz="2800" dirty="0"/>
              <a:t>Go trough levels and unlock cosmetics and more levels. The higher level you get to, the harder it gets!</a:t>
            </a:r>
            <a:endParaRPr lang="en-IE" sz="2800" dirty="0"/>
          </a:p>
        </p:txBody>
      </p:sp>
      <p:pic>
        <p:nvPicPr>
          <p:cNvPr id="5" name="Picture 4">
            <a:extLst>
              <a:ext uri="{FF2B5EF4-FFF2-40B4-BE49-F238E27FC236}">
                <a16:creationId xmlns:a16="http://schemas.microsoft.com/office/drawing/2014/main" id="{CA2A55EC-0B02-455B-AF89-0213ACFB15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8693" y="4590088"/>
            <a:ext cx="2386619" cy="2267911"/>
          </a:xfrm>
          <a:prstGeom prst="rect">
            <a:avLst/>
          </a:prstGeom>
        </p:spPr>
      </p:pic>
      <p:pic>
        <p:nvPicPr>
          <p:cNvPr id="7" name="Picture 6">
            <a:extLst>
              <a:ext uri="{FF2B5EF4-FFF2-40B4-BE49-F238E27FC236}">
                <a16:creationId xmlns:a16="http://schemas.microsoft.com/office/drawing/2014/main" id="{7C8CC37E-3684-4EEB-A654-8625C090DB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52125" y="4590089"/>
            <a:ext cx="2098874" cy="2267912"/>
          </a:xfrm>
          <a:prstGeom prst="rect">
            <a:avLst/>
          </a:prstGeom>
        </p:spPr>
      </p:pic>
      <p:pic>
        <p:nvPicPr>
          <p:cNvPr id="9" name="Picture 8">
            <a:extLst>
              <a:ext uri="{FF2B5EF4-FFF2-40B4-BE49-F238E27FC236}">
                <a16:creationId xmlns:a16="http://schemas.microsoft.com/office/drawing/2014/main" id="{0FAADA22-18BB-4A2F-BE5E-F64D0A8BE7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50999" y="4590089"/>
            <a:ext cx="3677694" cy="2267911"/>
          </a:xfrm>
          <a:prstGeom prst="rect">
            <a:avLst/>
          </a:prstGeom>
        </p:spPr>
      </p:pic>
      <p:pic>
        <p:nvPicPr>
          <p:cNvPr id="10" name="jungle ambience">
            <a:hlinkClick r:id="" action="ppaction://media"/>
            <a:extLst>
              <a:ext uri="{FF2B5EF4-FFF2-40B4-BE49-F238E27FC236}">
                <a16:creationId xmlns:a16="http://schemas.microsoft.com/office/drawing/2014/main" id="{1BF42783-1720-4113-8AB4-1FCDDD297C00}"/>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341311" y="5419243"/>
            <a:ext cx="609600" cy="609600"/>
          </a:xfrm>
          <a:prstGeom prst="rect">
            <a:avLst/>
          </a:prstGeom>
        </p:spPr>
      </p:pic>
    </p:spTree>
    <p:extLst>
      <p:ext uri="{BB962C8B-B14F-4D97-AF65-F5344CB8AC3E}">
        <p14:creationId xmlns:p14="http://schemas.microsoft.com/office/powerpoint/2010/main" val="392213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4552"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0"/>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DFFFBAE-FCB7-47B8-8987-A9DCA7D48C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6265" y="4513042"/>
            <a:ext cx="3239456" cy="1997665"/>
          </a:xfrm>
          <a:prstGeom prst="rect">
            <a:avLst/>
          </a:prstGeom>
        </p:spPr>
      </p:pic>
      <p:pic>
        <p:nvPicPr>
          <p:cNvPr id="8" name="Picture 7">
            <a:extLst>
              <a:ext uri="{FF2B5EF4-FFF2-40B4-BE49-F238E27FC236}">
                <a16:creationId xmlns:a16="http://schemas.microsoft.com/office/drawing/2014/main" id="{0AF90D32-3735-489A-82E2-FDAAAF4AB2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9245" y="4513042"/>
            <a:ext cx="3404999" cy="2068537"/>
          </a:xfrm>
          <a:prstGeom prst="rect">
            <a:avLst/>
          </a:prstGeom>
        </p:spPr>
      </p:pic>
      <p:sp>
        <p:nvSpPr>
          <p:cNvPr id="2" name="Title 1">
            <a:extLst>
              <a:ext uri="{FF2B5EF4-FFF2-40B4-BE49-F238E27FC236}">
                <a16:creationId xmlns:a16="http://schemas.microsoft.com/office/drawing/2014/main" id="{38A1D83C-1808-40BB-9BEE-6B2B546DB402}"/>
              </a:ext>
            </a:extLst>
          </p:cNvPr>
          <p:cNvSpPr>
            <a:spLocks noGrp="1"/>
          </p:cNvSpPr>
          <p:nvPr>
            <p:ph type="title"/>
          </p:nvPr>
        </p:nvSpPr>
        <p:spPr>
          <a:xfrm>
            <a:off x="665617" y="778934"/>
            <a:ext cx="3854528" cy="1278466"/>
          </a:xfrm>
        </p:spPr>
        <p:txBody>
          <a:bodyPr>
            <a:normAutofit fontScale="90000"/>
          </a:bodyPr>
          <a:lstStyle/>
          <a:p>
            <a:r>
              <a:rPr lang="en-IE" sz="8000" b="1" dirty="0"/>
              <a:t>Pillars</a:t>
            </a:r>
          </a:p>
        </p:txBody>
      </p:sp>
      <p:pic>
        <p:nvPicPr>
          <p:cNvPr id="6" name="Content Placeholder 5">
            <a:extLst>
              <a:ext uri="{FF2B5EF4-FFF2-40B4-BE49-F238E27FC236}">
                <a16:creationId xmlns:a16="http://schemas.microsoft.com/office/drawing/2014/main" id="{7931EA6E-B853-43C5-9FA0-0EBD4C6F89B5}"/>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772025" y="603156"/>
            <a:ext cx="3350767" cy="2612015"/>
          </a:xfrm>
        </p:spPr>
      </p:pic>
      <p:sp>
        <p:nvSpPr>
          <p:cNvPr id="4" name="Text Placeholder 3">
            <a:extLst>
              <a:ext uri="{FF2B5EF4-FFF2-40B4-BE49-F238E27FC236}">
                <a16:creationId xmlns:a16="http://schemas.microsoft.com/office/drawing/2014/main" id="{CBBF4FED-8480-48DD-AAE4-3CCC0A38177E}"/>
              </a:ext>
            </a:extLst>
          </p:cNvPr>
          <p:cNvSpPr>
            <a:spLocks noGrp="1"/>
          </p:cNvSpPr>
          <p:nvPr>
            <p:ph type="body" sz="half" idx="2"/>
          </p:nvPr>
        </p:nvSpPr>
        <p:spPr>
          <a:xfrm>
            <a:off x="839788" y="2057400"/>
            <a:ext cx="3932237" cy="4343400"/>
          </a:xfrm>
        </p:spPr>
        <p:txBody>
          <a:bodyPr>
            <a:normAutofit lnSpcReduction="10000"/>
          </a:bodyPr>
          <a:lstStyle/>
          <a:p>
            <a:r>
              <a:rPr lang="en-IE" sz="2800" dirty="0"/>
              <a:t>The game features beautiful background with fun details in it, each level will be unique from the previous ones, the playable character will be a lovable panda. The game will also test your reflexes to catch the fruits in time</a:t>
            </a:r>
          </a:p>
        </p:txBody>
      </p:sp>
      <p:pic>
        <p:nvPicPr>
          <p:cNvPr id="14" name="Picture 13">
            <a:extLst>
              <a:ext uri="{FF2B5EF4-FFF2-40B4-BE49-F238E27FC236}">
                <a16:creationId xmlns:a16="http://schemas.microsoft.com/office/drawing/2014/main" id="{5CDCCD63-47D0-4864-8D26-B7A9871399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363751">
            <a:off x="9476049" y="778934"/>
            <a:ext cx="1967534" cy="2068537"/>
          </a:xfrm>
          <a:prstGeom prst="rect">
            <a:avLst/>
          </a:prstGeom>
        </p:spPr>
      </p:pic>
      <p:pic>
        <p:nvPicPr>
          <p:cNvPr id="16" name="Picture 15">
            <a:extLst>
              <a:ext uri="{FF2B5EF4-FFF2-40B4-BE49-F238E27FC236}">
                <a16:creationId xmlns:a16="http://schemas.microsoft.com/office/drawing/2014/main" id="{AAFD1A3E-D69D-4660-9505-6568C98F238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59245" y="2628900"/>
            <a:ext cx="2857500" cy="1600200"/>
          </a:xfrm>
          <a:prstGeom prst="rect">
            <a:avLst/>
          </a:prstGeom>
        </p:spPr>
      </p:pic>
    </p:spTree>
    <p:extLst>
      <p:ext uri="{BB962C8B-B14F-4D97-AF65-F5344CB8AC3E}">
        <p14:creationId xmlns:p14="http://schemas.microsoft.com/office/powerpoint/2010/main" val="3970891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45CB3-7072-467E-B04D-334CA012F6C5}"/>
              </a:ext>
            </a:extLst>
          </p:cNvPr>
          <p:cNvSpPr>
            <a:spLocks noGrp="1"/>
          </p:cNvSpPr>
          <p:nvPr>
            <p:ph type="title"/>
          </p:nvPr>
        </p:nvSpPr>
        <p:spPr/>
        <p:txBody>
          <a:bodyPr>
            <a:normAutofit/>
          </a:bodyPr>
          <a:lstStyle/>
          <a:p>
            <a:r>
              <a:rPr lang="en-IE" sz="7200" dirty="0"/>
              <a:t>Features</a:t>
            </a:r>
          </a:p>
        </p:txBody>
      </p:sp>
      <p:sp>
        <p:nvSpPr>
          <p:cNvPr id="4" name="Text Placeholder 3">
            <a:extLst>
              <a:ext uri="{FF2B5EF4-FFF2-40B4-BE49-F238E27FC236}">
                <a16:creationId xmlns:a16="http://schemas.microsoft.com/office/drawing/2014/main" id="{F5F6F5BA-895E-4E00-9D40-65AE978C3456}"/>
              </a:ext>
            </a:extLst>
          </p:cNvPr>
          <p:cNvSpPr>
            <a:spLocks noGrp="1"/>
          </p:cNvSpPr>
          <p:nvPr>
            <p:ph type="body" sz="half" idx="2"/>
          </p:nvPr>
        </p:nvSpPr>
        <p:spPr/>
        <p:txBody>
          <a:bodyPr/>
          <a:lstStyle/>
          <a:p>
            <a:r>
              <a:rPr lang="en-IE" dirty="0"/>
              <a:t>Each level will bring a unique spin on the level and give challenges to the player, the player will also be able to gain equipment from achievements and challenges, which can be used to customise their own panda.</a:t>
            </a:r>
          </a:p>
          <a:p>
            <a:r>
              <a:rPr lang="en-IE" dirty="0"/>
              <a:t>They can unlock cosmetics for the background such as a bamboo plant, or a bird house.</a:t>
            </a:r>
          </a:p>
        </p:txBody>
      </p:sp>
      <p:pic>
        <p:nvPicPr>
          <p:cNvPr id="5" name="Content Placeholder 4">
            <a:extLst>
              <a:ext uri="{FF2B5EF4-FFF2-40B4-BE49-F238E27FC236}">
                <a16:creationId xmlns:a16="http://schemas.microsoft.com/office/drawing/2014/main" id="{79AA7EB0-8BF7-40CF-9475-3E4BC47DD1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38778" y="218827"/>
            <a:ext cx="4286250" cy="4457700"/>
          </a:xfrm>
          <a:prstGeom prst="rect">
            <a:avLst/>
          </a:prstGeom>
        </p:spPr>
      </p:pic>
    </p:spTree>
    <p:extLst>
      <p:ext uri="{BB962C8B-B14F-4D97-AF65-F5344CB8AC3E}">
        <p14:creationId xmlns:p14="http://schemas.microsoft.com/office/powerpoint/2010/main" val="372153990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TotalTime>
  <Words>218</Words>
  <Application>Microsoft Office PowerPoint</Application>
  <PresentationFormat>Widescreen</PresentationFormat>
  <Paragraphs>17</Paragraphs>
  <Slides>5</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Trebuchet MS</vt:lpstr>
      <vt:lpstr>Wingdings 3</vt:lpstr>
      <vt:lpstr>Facet</vt:lpstr>
      <vt:lpstr>Panda Catcher</vt:lpstr>
      <vt:lpstr>Elevator pitch</vt:lpstr>
      <vt:lpstr>30 seconds gameplay description</vt:lpstr>
      <vt:lpstr>Pillars</vt:lpstr>
      <vt:lpstr>Features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Panda Catcher</dc:title>
  <dc:creator>(Student) - Szymon Staneczek</dc:creator>
  <cp:lastModifiedBy>(Student) - Szymon Staneczek</cp:lastModifiedBy>
  <cp:revision>1</cp:revision>
  <dcterms:created xsi:type="dcterms:W3CDTF">2021-11-26T10:27:40Z</dcterms:created>
  <dcterms:modified xsi:type="dcterms:W3CDTF">2021-11-26T10:29:04Z</dcterms:modified>
</cp:coreProperties>
</file>