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6" d="100"/>
          <a:sy n="76"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349941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1852984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3321545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2F0588-BE46-41C0-8CB9-EFDE3D44B40C}" type="datetimeFigureOut">
              <a:rPr lang="en-IE" smtClean="0"/>
              <a:t>26/11/2021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2275002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2F0588-BE46-41C0-8CB9-EFDE3D44B40C}" type="datetimeFigureOut">
              <a:rPr lang="en-IE" smtClean="0"/>
              <a:t>26/11/2021</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3988783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2F0588-BE46-41C0-8CB9-EFDE3D44B40C}" type="datetimeFigureOut">
              <a:rPr lang="en-IE" smtClean="0"/>
              <a:t>26/11/2021</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412462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2F0588-BE46-41C0-8CB9-EFDE3D44B40C}" type="datetimeFigureOut">
              <a:rPr lang="en-IE" smtClean="0"/>
              <a:t>26/11/2021</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2460139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A2F0588-BE46-41C0-8CB9-EFDE3D44B40C}" type="datetimeFigureOut">
              <a:rPr lang="en-IE" smtClean="0"/>
              <a:t>26/11/2021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1713196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A2F0588-BE46-41C0-8CB9-EFDE3D44B40C}" type="datetimeFigureOut">
              <a:rPr lang="en-IE" smtClean="0"/>
              <a:t>26/11/2021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126140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3091050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18846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2044863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87189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3957790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11640536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F0588-BE46-41C0-8CB9-EFDE3D44B40C}" type="datetimeFigureOut">
              <a:rPr lang="en-IE" smtClean="0"/>
              <a:t>26/11/2021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48A23811-AEB2-4996-B035-D61DC2EB1A6A}" type="slidenum">
              <a:rPr lang="en-IE" smtClean="0"/>
              <a:t>‹#›</a:t>
            </a:fld>
            <a:endParaRPr lang="en-IE"/>
          </a:p>
        </p:txBody>
      </p:sp>
    </p:spTree>
    <p:extLst>
      <p:ext uri="{BB962C8B-B14F-4D97-AF65-F5344CB8AC3E}">
        <p14:creationId xmlns:p14="http://schemas.microsoft.com/office/powerpoint/2010/main" val="85924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A2F0588-BE46-41C0-8CB9-EFDE3D44B40C}" type="datetimeFigureOut">
              <a:rPr lang="en-IE" smtClean="0"/>
              <a:t>26/11/2021</a:t>
            </a:fld>
            <a:endParaRPr lang="en-I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8A23811-AEB2-4996-B035-D61DC2EB1A6A}" type="slidenum">
              <a:rPr lang="en-IE" smtClean="0"/>
              <a:t>‹#›</a:t>
            </a:fld>
            <a:endParaRPr lang="en-IE"/>
          </a:p>
        </p:txBody>
      </p:sp>
    </p:spTree>
    <p:extLst>
      <p:ext uri="{BB962C8B-B14F-4D97-AF65-F5344CB8AC3E}">
        <p14:creationId xmlns:p14="http://schemas.microsoft.com/office/powerpoint/2010/main" val="17688651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8.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8E1A-2A0B-48C9-AAC4-1C51BB8F3B31}"/>
              </a:ext>
            </a:extLst>
          </p:cNvPr>
          <p:cNvSpPr>
            <a:spLocks noGrp="1"/>
          </p:cNvSpPr>
          <p:nvPr>
            <p:ph type="ctrTitle"/>
          </p:nvPr>
        </p:nvSpPr>
        <p:spPr/>
        <p:txBody>
          <a:bodyPr/>
          <a:lstStyle/>
          <a:p>
            <a:r>
              <a:rPr lang="en-IE" dirty="0"/>
              <a:t>Panda Catcher</a:t>
            </a:r>
          </a:p>
        </p:txBody>
      </p:sp>
      <p:sp>
        <p:nvSpPr>
          <p:cNvPr id="3" name="Subtitle 2">
            <a:extLst>
              <a:ext uri="{FF2B5EF4-FFF2-40B4-BE49-F238E27FC236}">
                <a16:creationId xmlns:a16="http://schemas.microsoft.com/office/drawing/2014/main" id="{29D23188-49D3-4871-B228-339C640DD7D2}"/>
              </a:ext>
            </a:extLst>
          </p:cNvPr>
          <p:cNvSpPr>
            <a:spLocks noGrp="1"/>
          </p:cNvSpPr>
          <p:nvPr>
            <p:ph type="subTitle" idx="1"/>
          </p:nvPr>
        </p:nvSpPr>
        <p:spPr/>
        <p:txBody>
          <a:bodyPr/>
          <a:lstStyle/>
          <a:p>
            <a:r>
              <a:rPr lang="en-IE" dirty="0"/>
              <a:t>Made by Pete studio</a:t>
            </a:r>
          </a:p>
          <a:p>
            <a:r>
              <a:rPr lang="en-IE" dirty="0"/>
              <a:t>Main Creators: Szymon &amp; Krystian</a:t>
            </a:r>
          </a:p>
        </p:txBody>
      </p:sp>
      <p:pic>
        <p:nvPicPr>
          <p:cNvPr id="11" name="Picture 10">
            <a:extLst>
              <a:ext uri="{FF2B5EF4-FFF2-40B4-BE49-F238E27FC236}">
                <a16:creationId xmlns:a16="http://schemas.microsoft.com/office/drawing/2014/main" id="{EB939955-DFC0-417C-BD86-5192882D0D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774" y="676326"/>
            <a:ext cx="3660446" cy="2277611"/>
          </a:xfrm>
          <a:prstGeom prst="rect">
            <a:avLst/>
          </a:prstGeom>
        </p:spPr>
      </p:pic>
    </p:spTree>
    <p:extLst>
      <p:ext uri="{BB962C8B-B14F-4D97-AF65-F5344CB8AC3E}">
        <p14:creationId xmlns:p14="http://schemas.microsoft.com/office/powerpoint/2010/main" val="4028871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DFFFBAE-FCB7-47B8-8987-A9DCA7D48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265" y="4513042"/>
            <a:ext cx="3239456" cy="1997665"/>
          </a:xfrm>
          <a:prstGeom prst="rect">
            <a:avLst/>
          </a:prstGeom>
        </p:spPr>
      </p:pic>
      <p:pic>
        <p:nvPicPr>
          <p:cNvPr id="8" name="Picture 7">
            <a:extLst>
              <a:ext uri="{FF2B5EF4-FFF2-40B4-BE49-F238E27FC236}">
                <a16:creationId xmlns:a16="http://schemas.microsoft.com/office/drawing/2014/main" id="{0AF90D32-3735-489A-82E2-FDAAAF4AB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9245" y="4513042"/>
            <a:ext cx="3404999" cy="2068537"/>
          </a:xfrm>
          <a:prstGeom prst="rect">
            <a:avLst/>
          </a:prstGeom>
        </p:spPr>
      </p:pic>
      <p:sp>
        <p:nvSpPr>
          <p:cNvPr id="2" name="Title 1">
            <a:extLst>
              <a:ext uri="{FF2B5EF4-FFF2-40B4-BE49-F238E27FC236}">
                <a16:creationId xmlns:a16="http://schemas.microsoft.com/office/drawing/2014/main" id="{38A1D83C-1808-40BB-9BEE-6B2B546DB402}"/>
              </a:ext>
            </a:extLst>
          </p:cNvPr>
          <p:cNvSpPr>
            <a:spLocks noGrp="1"/>
          </p:cNvSpPr>
          <p:nvPr>
            <p:ph type="title"/>
          </p:nvPr>
        </p:nvSpPr>
        <p:spPr>
          <a:xfrm>
            <a:off x="665617" y="778934"/>
            <a:ext cx="3854528" cy="1278466"/>
          </a:xfrm>
        </p:spPr>
        <p:txBody>
          <a:bodyPr>
            <a:normAutofit fontScale="90000"/>
          </a:bodyPr>
          <a:lstStyle/>
          <a:p>
            <a:r>
              <a:rPr lang="en-IE" sz="8000" b="1" dirty="0"/>
              <a:t>Pillars</a:t>
            </a:r>
          </a:p>
        </p:txBody>
      </p:sp>
      <p:pic>
        <p:nvPicPr>
          <p:cNvPr id="6" name="Content Placeholder 5">
            <a:extLst>
              <a:ext uri="{FF2B5EF4-FFF2-40B4-BE49-F238E27FC236}">
                <a16:creationId xmlns:a16="http://schemas.microsoft.com/office/drawing/2014/main" id="{7931EA6E-B853-43C5-9FA0-0EBD4C6F89B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772025" y="603156"/>
            <a:ext cx="3350767" cy="2612015"/>
          </a:xfrm>
        </p:spPr>
      </p:pic>
      <p:sp>
        <p:nvSpPr>
          <p:cNvPr id="4" name="Text Placeholder 3">
            <a:extLst>
              <a:ext uri="{FF2B5EF4-FFF2-40B4-BE49-F238E27FC236}">
                <a16:creationId xmlns:a16="http://schemas.microsoft.com/office/drawing/2014/main" id="{CBBF4FED-8480-48DD-AAE4-3CCC0A38177E}"/>
              </a:ext>
            </a:extLst>
          </p:cNvPr>
          <p:cNvSpPr>
            <a:spLocks noGrp="1"/>
          </p:cNvSpPr>
          <p:nvPr>
            <p:ph type="body" sz="half" idx="2"/>
          </p:nvPr>
        </p:nvSpPr>
        <p:spPr>
          <a:xfrm>
            <a:off x="839788" y="2057400"/>
            <a:ext cx="3932237" cy="4343400"/>
          </a:xfrm>
        </p:spPr>
        <p:txBody>
          <a:bodyPr>
            <a:normAutofit lnSpcReduction="10000"/>
          </a:bodyPr>
          <a:lstStyle/>
          <a:p>
            <a:r>
              <a:rPr lang="en-IE" sz="2800" dirty="0"/>
              <a:t>The game features beautiful background with fun details in it, each level will be unique from the previous ones, the playable character will be a lovable panda. The game will also test your reflexes to catch the fruits in time</a:t>
            </a:r>
          </a:p>
        </p:txBody>
      </p:sp>
      <p:pic>
        <p:nvPicPr>
          <p:cNvPr id="14" name="Picture 13">
            <a:extLst>
              <a:ext uri="{FF2B5EF4-FFF2-40B4-BE49-F238E27FC236}">
                <a16:creationId xmlns:a16="http://schemas.microsoft.com/office/drawing/2014/main" id="{5CDCCD63-47D0-4864-8D26-B7A9871399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363751">
            <a:off x="9476049" y="778934"/>
            <a:ext cx="1967534" cy="2068537"/>
          </a:xfrm>
          <a:prstGeom prst="rect">
            <a:avLst/>
          </a:prstGeom>
        </p:spPr>
      </p:pic>
      <p:pic>
        <p:nvPicPr>
          <p:cNvPr id="16" name="Picture 15">
            <a:extLst>
              <a:ext uri="{FF2B5EF4-FFF2-40B4-BE49-F238E27FC236}">
                <a16:creationId xmlns:a16="http://schemas.microsoft.com/office/drawing/2014/main" id="{AAFD1A3E-D69D-4660-9505-6568C98F23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59245" y="2628900"/>
            <a:ext cx="2857500" cy="1600200"/>
          </a:xfrm>
          <a:prstGeom prst="rect">
            <a:avLst/>
          </a:prstGeom>
        </p:spPr>
      </p:pic>
    </p:spTree>
    <p:extLst>
      <p:ext uri="{BB962C8B-B14F-4D97-AF65-F5344CB8AC3E}">
        <p14:creationId xmlns:p14="http://schemas.microsoft.com/office/powerpoint/2010/main" val="3970891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45CB3-7072-467E-B04D-334CA012F6C5}"/>
              </a:ext>
            </a:extLst>
          </p:cNvPr>
          <p:cNvSpPr>
            <a:spLocks noGrp="1"/>
          </p:cNvSpPr>
          <p:nvPr>
            <p:ph type="title"/>
          </p:nvPr>
        </p:nvSpPr>
        <p:spPr/>
        <p:txBody>
          <a:bodyPr>
            <a:normAutofit/>
          </a:bodyPr>
          <a:lstStyle/>
          <a:p>
            <a:r>
              <a:rPr lang="en-IE" sz="7200" dirty="0"/>
              <a:t>Features</a:t>
            </a:r>
          </a:p>
        </p:txBody>
      </p:sp>
      <p:sp>
        <p:nvSpPr>
          <p:cNvPr id="4" name="Text Placeholder 3">
            <a:extLst>
              <a:ext uri="{FF2B5EF4-FFF2-40B4-BE49-F238E27FC236}">
                <a16:creationId xmlns:a16="http://schemas.microsoft.com/office/drawing/2014/main" id="{F5F6F5BA-895E-4E00-9D40-65AE978C3456}"/>
              </a:ext>
            </a:extLst>
          </p:cNvPr>
          <p:cNvSpPr>
            <a:spLocks noGrp="1"/>
          </p:cNvSpPr>
          <p:nvPr>
            <p:ph type="body" sz="half" idx="2"/>
          </p:nvPr>
        </p:nvSpPr>
        <p:spPr/>
        <p:txBody>
          <a:bodyPr/>
          <a:lstStyle/>
          <a:p>
            <a:r>
              <a:rPr lang="en-IE" dirty="0"/>
              <a:t>Each level will bring a unique spin on the level and give challenges to the player, the player will also be able to gain equipment from achievements and challenges, which can be used to customise their own panda.</a:t>
            </a:r>
          </a:p>
          <a:p>
            <a:r>
              <a:rPr lang="en-IE" dirty="0"/>
              <a:t>They can unlock cosmetics for the background such as a bamboo plant, or a bird house.</a:t>
            </a:r>
          </a:p>
        </p:txBody>
      </p:sp>
      <p:pic>
        <p:nvPicPr>
          <p:cNvPr id="5" name="Content Placeholder 4">
            <a:extLst>
              <a:ext uri="{FF2B5EF4-FFF2-40B4-BE49-F238E27FC236}">
                <a16:creationId xmlns:a16="http://schemas.microsoft.com/office/drawing/2014/main" id="{79AA7EB0-8BF7-40CF-9475-3E4BC47DD1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38778" y="218827"/>
            <a:ext cx="4286250" cy="4457700"/>
          </a:xfrm>
          <a:prstGeom prst="rect">
            <a:avLst/>
          </a:prstGeom>
        </p:spPr>
      </p:pic>
    </p:spTree>
    <p:extLst>
      <p:ext uri="{BB962C8B-B14F-4D97-AF65-F5344CB8AC3E}">
        <p14:creationId xmlns:p14="http://schemas.microsoft.com/office/powerpoint/2010/main" val="37215399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TotalTime>
  <Words>116</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Panda Catcher</vt:lpstr>
      <vt:lpstr>Pillars</vt:lpstr>
      <vt:lpstr>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Panda Catcher</dc:title>
  <dc:creator>Krystian Sendyk</dc:creator>
  <cp:lastModifiedBy>(Student) - Krystian Sendyk</cp:lastModifiedBy>
  <cp:revision>3</cp:revision>
  <dcterms:created xsi:type="dcterms:W3CDTF">2021-11-26T10:12:31Z</dcterms:created>
  <dcterms:modified xsi:type="dcterms:W3CDTF">2021-11-26T10:22:52Z</dcterms:modified>
</cp:coreProperties>
</file>